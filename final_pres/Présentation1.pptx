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9A8F38-F6D5-1627-05B5-9B19C33D1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469FBF-824B-38CD-1079-C751F145E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F2005F-E918-3B77-0F23-363A19C6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033A11-510B-A731-5DD8-FEAD8467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8724AE-0F43-EBE0-6680-A6AF73DF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53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C3FE8-FEAE-0731-C961-E8B2691E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AB6EC8-5E0B-3F26-439E-6B65EDFBA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F22978-1997-92E3-47BC-3B066057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24E4C8-B3D2-EEC5-A2F0-102362CD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9A81C1-2848-A8A7-4749-7B3427ED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71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A32B4-591F-87E0-4BBA-CE195CF4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B5A87A-618E-DDF2-269F-FB3ED3971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89434F-CA4A-8984-4B84-25D4AD50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F1422C-00D7-17F3-87B2-CB75C78F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6735C4-247B-E079-B4A2-5C0F6986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70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01448-40A5-1E3D-A456-417A5642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14312F-9179-CAC9-DB7B-E2745184F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1C7A40-2B45-5D57-AB4D-BC96A2D29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F9314A-BB42-CA21-5408-72083F9D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D0E3EE-9BC3-5112-720D-2BF108F1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B4B72F-F670-C6A4-E449-245C5E8C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77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11F07-00D1-0EB9-99D9-D6B63FC7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354E6-E4E2-9E2A-5A66-E6B54B51D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B84542-7F1D-6B85-F053-9BF650EEA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2FA5C0-D205-E8D0-E3C0-6345929AD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3D2C46-4D68-9636-FC3D-68A685BA0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00F739F-C813-E752-04C7-450D19A1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7C764A-CA16-ADCC-2310-80D5BC5D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7B7403-3694-E95E-C940-324DC6AE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4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45353-EB02-52D9-BAB9-F992D10D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DC9647-E4B3-8969-8771-FB9B9C01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8A5339-8C98-B0B4-4F99-0C2E3CB6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B7F0B7-0FE2-41DB-53B7-E7280C35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56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70BC0A-A414-E136-802C-1ACA1A3A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7C84C1-D524-DBDC-9459-F7F3CFB8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87A2D7-C721-8177-14D5-97158DD0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65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3276A6-EFBF-7F57-3B1C-5EA2BFBA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36E8F1-169E-D9D1-DEB8-F840B1B1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1A3A92-4B60-5B88-0E38-255C6C378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28F7A4-E70F-0656-ACA9-F38C516F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E24A05-5082-36AE-1120-390BD7E2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2DA82F-9CB2-3241-CAB3-628AC254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34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91202-3B6B-B413-2CD6-2546FACD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DBE934-3BB8-02D5-9B31-163B9728F1E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5609DF-C4D7-2E1E-5B02-4241BED00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465B56-52F7-75A7-3114-605E315B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39B217-406E-2E9C-ED0D-8CB5650E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D6CCF8-C764-39CF-10CC-B932CCD3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96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E9B78-829B-B446-26B8-241803CB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7FAA2E-C1D4-C98A-D4F6-F9880C3B2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FB4893-5DAC-5B06-6E8B-4B46BFA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AB2E55-93C7-7BCF-3114-DEB39055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DC8F03-D5FB-B3AB-923F-07726731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91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152CDC-F78B-C33A-EE47-CF76E95FC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D12740-84B3-986A-E4A0-8385E4C3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9228F-318F-E22A-8624-8C4DB6C5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69AB9-BA2D-02E3-B594-474E2896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F7DF24-0AA2-1219-99AA-5D80095C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24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2643565-5EFD-E132-A99D-486E8E23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94933C-A820-D6F8-391A-9D2FA5B0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2D38F5-9CD8-B333-7AA2-809CB9F43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851B3-A1FF-904A-B7E0-43E47D49EE87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1CA534-7AFB-16E4-6463-B22A7DCD0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48D165-E170-C1EB-B063-576F4A938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93213-8977-9C4B-90C1-469CCCA0BC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12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72D348-A94F-940C-A837-152417FDF3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7A2D26-9847-0E7B-ED26-C6307A0BE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0891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chanelle sanchez</dc:creator>
  <cp:lastModifiedBy>chanelle sanchez</cp:lastModifiedBy>
  <cp:revision>1</cp:revision>
  <dcterms:created xsi:type="dcterms:W3CDTF">2026-10-20T09:25:16Z</dcterms:created>
  <dcterms:modified xsi:type="dcterms:W3CDTF">2026-10-20T09:25:56Z</dcterms:modified>
</cp:coreProperties>
</file>